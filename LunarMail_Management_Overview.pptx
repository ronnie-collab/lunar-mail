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F21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FF569D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594360"/>
            <a:ext cx="566928" cy="566928"/>
          </a:xfrm>
          <a:prstGeom prst="ellipse">
            <a:avLst/>
          </a:prstGeom>
          <a:solidFill>
            <a:srgbClr val="7F21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94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LUNAR MAIL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08098"/>
                </a:solidFill>
              </a:rPr>
              <a:t>BY LUNAR RAILS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Email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F2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Platform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0CC"/>
                </a:solidFill>
              </a:rPr>
              <a:t>Draft · Review · Approve · Send — all in one intelligent inbox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98"/>
                </a:solidFill>
              </a:rPr>
              <a:t>Management Overview  ·  April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4736592"/>
            <a:ext cx="1005840" cy="237744"/>
          </a:xfrm>
          <a:prstGeom prst="rect">
            <a:avLst>
              <a:gd name="adj" fmla="val 19231"/>
            </a:avLst>
          </a:prstGeom>
          <a:solidFill>
            <a:srgbClr val="7F21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4736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08098"/>
                </a:solidFill>
              </a:rPr>
              <a:t>PLATFORM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Lunar Mail?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C"/>
                </a:solidFill>
              </a:rPr>
              <a:t>A centralised AI-assisted inbox for financial services teams — built for speed, compliance, and control.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10512"/>
            <a:ext cx="269748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10512"/>
            <a:ext cx="54864" cy="132588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Inbox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C"/>
                </a:solidFill>
              </a:rPr>
              <a:t>Unified mailbox for multiple client accounts with priority filtering and unread badges.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810512"/>
            <a:ext cx="269748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10512"/>
            <a:ext cx="54864" cy="132588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Draft Replies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542032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C"/>
                </a:solidFill>
              </a:rPr>
              <a:t>AI generates contextual reply drafts at configurable confidence levels ready for one-click approval.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810512"/>
            <a:ext cx="269748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810512"/>
            <a:ext cx="54864" cy="132588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Approval Workflow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542032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C"/>
                </a:solidFill>
              </a:rPr>
              <a:t>Analysts draft, managers approve. Role-based controls ensure only authorised staff send replies.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269748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37560"/>
            <a:ext cx="54864" cy="132588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8130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 Flags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6908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C"/>
                </a:solidFill>
              </a:rPr>
              <a:t>Automatic escalation of compliance-sensitive emails with full audit trail and team notifications.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337560"/>
            <a:ext cx="269748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337560"/>
            <a:ext cx="54864" cy="132588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83280" y="38130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Internal Notes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06908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C"/>
                </a:solidFill>
              </a:rPr>
              <a:t>Private team annotations per email — comments, context, and handoff notes not visible to clients.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3337560"/>
            <a:ext cx="2697480" cy="132588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337560"/>
            <a:ext cx="54864" cy="132588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09360" y="38130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&amp; Filter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406908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C"/>
                </a:solidFill>
              </a:rPr>
              <a:t>Real-time filtering by company, status, category, or keyword across the entire email history.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21FF"/>
                </a:solidFill>
              </a:rPr>
              <a:t>FEATURE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28016" y="1082421"/>
            <a:ext cx="5138928" cy="3252978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37285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6583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Smart Inbox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32120" y="1353312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Aggregates emails from multiple client accounts into a single, prioritised inbox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Real-time unread badges and urgency indicators (High Priority, Pending, Draft Ready)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Filter by company — Perpolis OTC, 40 Acres, Paidly Interactive and more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Category chips: Prospect, Compliance, Onboarding, Trade Execution, Off-boarding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Status filter dropdown: All / Pending / Draft Ready / Approved / Escalated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Role-aware views — Analysts see drafts; Managers see approval queues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21FF"/>
                </a:solidFill>
              </a:rPr>
              <a:t>FEATURE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77056" y="1082421"/>
            <a:ext cx="5138928" cy="3252978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137285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58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Email Detail View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0040" y="1353312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Full email body rendered with sender info, timestamps, and status badges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Three-tab navigation: Email body · AI Draft · Internal Notes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Sticky header persists while scrolling through long email threads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Compliance Alert banners appear automatically for flagged messages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Read-only mode for Analysts — prevents accidental send actions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One-click navigation between sections via tab scroll-spy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21FF"/>
                </a:solidFill>
              </a:rPr>
              <a:t>FEATURE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28016" y="1082421"/>
            <a:ext cx="5138928" cy="3252978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37285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6583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Draft Replies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32120" y="1353312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AI drafts contextual, professional responses tailored to each email type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Confidence score indicator (e.g. ✓ High confidence) shown alongside drafts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Inline editing — managers can refine the draft before approving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Canned Response Templates panel for quick insertion of standard replies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One-click "Approve &amp; Send" queues the reply via Front for dispatch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Full Review link opens a dedicated deep-review page for complex cases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21FF"/>
                </a:solidFill>
              </a:rPr>
              <a:t>FEATURE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77056" y="1082421"/>
            <a:ext cx="5138928" cy="3252978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137285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58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0040" y="1353312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Automatic detection and flagging of regulatory or high-risk emails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Escalated emails are locked — no AI draft until compliance review is complete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Red Compliance Flag banner clearly identifies escalated threads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Instant Slack notification sent to compliance team on escalation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Dedicated 'Compliance Queue' sidebar section for focused review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Full audit trail maintained for all flagged and reviewed communications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21FF"/>
                </a:solidFill>
              </a:rPr>
              <a:t>FEATURE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28016" y="1082421"/>
            <a:ext cx="5138928" cy="3252978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37285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6583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Notes &amp; Collaboration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32120" y="1353312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Private annotation layer per email — never visible to the client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Timestamped comments from any team member with role attribution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Enables seamless analyst-to-manager handoffs with full context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Notes persist across sessions and are accessible in the full review page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Inline note composition with 'Post Note' button directly in the detail 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Supports multi-user collaboration across Analyst, Manager, and Compliance roles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21FF"/>
                </a:solidFill>
              </a:rPr>
              <a:t>FEATURE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877056" y="1082421"/>
            <a:ext cx="5138928" cy="3252978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137285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58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Search &amp; Filtering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20040" y="1353312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Live search across sender names, subjects, and email body content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Instant results update as you type — no page reload required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Category filter chips: All, Unread, Pending, Compliance, Spam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Company-level filtering to focus on a single client's inbox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Status dropdown: All / Pending / Draft Ready / Approved / Escalated / Archived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0B0CC"/>
                </a:solidFill>
              </a:rPr>
              <a:t>Combined filters stack — e.g. Compliance + Perpolis OTC + Escalated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F2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999AA"/>
                </a:solidFill>
              </a:rPr>
              <a:t>LUNAR MAIL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Financial Services Teams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560320" cy="105156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19072"/>
            <a:ext cx="64008" cy="1051560"/>
          </a:xfrm>
          <a:prstGeom prst="rect">
            <a:avLst/>
          </a:prstGeom>
          <a:solidFill>
            <a:srgbClr val="FF569D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2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C"/>
                </a:solidFill>
              </a:rPr>
              <a:t>Core Features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C"/>
                </a:solidFill>
              </a:rPr>
              <a:t>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719072"/>
            <a:ext cx="2560320" cy="105156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19072"/>
            <a:ext cx="64008" cy="1051560"/>
          </a:xfrm>
          <a:prstGeom prst="rect">
            <a:avLst/>
          </a:prstGeom>
          <a:solidFill>
            <a:srgbClr val="FF569D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2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10712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C"/>
                </a:solidFill>
              </a:rPr>
              <a:t>User Roles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C"/>
                </a:solidFill>
              </a:rPr>
              <a:t>(Analyst · Manager · Compliance)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719072"/>
            <a:ext cx="2560320" cy="1051560"/>
          </a:xfrm>
          <a:prstGeom prst="rect">
            <a:avLst/>
          </a:prstGeom>
          <a:solidFill>
            <a:srgbClr val="14142A"/>
          </a:solidFill>
          <a:ln w="12700">
            <a:solidFill>
              <a:srgbClr val="1C1C3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719072"/>
            <a:ext cx="64008" cy="1051560"/>
          </a:xfrm>
          <a:prstGeom prst="rect">
            <a:avLst/>
          </a:prstGeom>
          <a:solidFill>
            <a:srgbClr val="FF569D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2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99632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C"/>
                </a:solidFill>
              </a:rPr>
              <a:t>Draft Generation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0CC"/>
                </a:solidFill>
              </a:rPr>
              <a:t>with Approval Workflow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310128"/>
            <a:ext cx="8412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0B0CC"/>
                </a:solidFill>
              </a:rPr>
              <a:t>Connect Lunar Mail to live Front mailboxes for real client email ingestion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0B0CC"/>
                </a:solidFill>
              </a:rPr>
              <a:t>Integrate with CRM / KYC system for automated client context enrichment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0B0CC"/>
                </a:solidFill>
              </a:rPr>
              <a:t>Enable configurable AI confidence thresholds per email category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0B0CC"/>
                </a:solidFill>
              </a:rPr>
              <a:t>Expand role-based access control with granular permissions per company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0B0CC"/>
                </a:solidFill>
              </a:rPr>
              <a:t>Mobile-responsive layout optimisation for on-the-go review and approvals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98"/>
                </a:solidFill>
              </a:rPr>
              <a:t>Lunar Mail · Phase 1 Prototype · Confidential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08098"/>
                </a:solidFill>
              </a:rPr>
              <a:t>ronnie@lunarrails.io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Lunar Mail — Management Overview</dc:title>
  <dc:subject>PptxGenJS Presentation</dc:subject>
  <dc:creator>Ronnie David</dc:creator>
  <cp:lastModifiedBy>Ronnie David</cp:lastModifiedBy>
  <cp:revision>1</cp:revision>
  <dcterms:created xsi:type="dcterms:W3CDTF">2026-04-15T12:17:21Z</dcterms:created>
  <dcterms:modified xsi:type="dcterms:W3CDTF">2026-04-15T12:17:21Z</dcterms:modified>
</cp:coreProperties>
</file>